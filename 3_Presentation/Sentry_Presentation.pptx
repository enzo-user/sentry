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High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sshd</c:v>
                  </c:pt>
                  <c:pt idx="1">
                    <c:v>nginx</c:v>
                  </c:pt>
                  <c:pt idx="2">
                    <c:v>compose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Medium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sshd</c:v>
                  </c:pt>
                  <c:pt idx="1">
                    <c:v>nginx</c:v>
                  </c:pt>
                  <c:pt idx="2">
                    <c:v>compose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spPr>
            <a:solidFill>
              <a:srgbClr val="0891B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F172A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sshd</c:v>
                  </c:pt>
                  <c:pt idx="1">
                    <c:v>nginx</c:v>
                  </c:pt>
                  <c:pt idx="2">
                    <c:v>compose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0F172A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33415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334155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Sentry: a static linter that reads three kinds of config files and reports insecure settings. Emphasise 'static': it never touches a live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member states what they personally built. This answers the 'explain what your group implemented' requirement. James is team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purpose. Right: six features. Rules-as-data is our original contribution.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right: a config file is parsed into normalized directives; the engine applies YAML rules; findings go to a reporter. The engine has no SSH/nginx/Docker knowledge; that lives in the rulesets.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test against intentionally-weak sample files shipped with the tool. The .good file proves clean configs correctly report nothing.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 these if possible; otherwise the screenshot shows the real output. Point out the severity colours, the exact line numbers, and the fix on each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 'explain how the code works'. One YAML record on the left, the finding it produces on the right. The engine is generic; the knowledge is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Left: headline numbers. Right: findings by severity per sample file. 28 issues total across the three weak configs.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real incumbents (Checkov) and our own gaps shows we understand the landscape.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content with what we learned: technical and process lessons both.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ethical statement (required) and thank the audience. Be ready for questions on how the code works.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097280"/>
            <a:ext cx="4754880" cy="4754880"/>
          </a:xfrm>
          <a:prstGeom prst="roundRect">
            <a:avLst>
              <a:gd name="adj" fmla="val 7692"/>
            </a:avLst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9784080" y="3108960"/>
            <a:ext cx="3840480" cy="3840480"/>
          </a:xfrm>
          <a:prstGeom prst="roundRect">
            <a:avLst>
              <a:gd name="adj" fmla="val 9524"/>
            </a:avLst>
          </a:prstGeom>
          <a:solidFill>
            <a:srgbClr val="1623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745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SENTRY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658368" y="3063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dirty="0">
                <a:solidFill>
                  <a:srgbClr val="67E8F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3-in-1 Static Security Configuration Linter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58368" y="36576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insecure settings in sshd, nginx, and docker-compose configs, before they ship.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44348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1E3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F2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sshd_config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944368" y="44348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1E3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F2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nginx.conf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30368" y="44348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1E3A4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F2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docker-compose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" y="5943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Hood Security Department  ·  NSSECU2 (S04)  ·  Custom Ethical Hacking Tool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298448" y="7132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Members and Roles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2588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Hood Security Department   ·   NSSECU2 (S04)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956816"/>
            <a:ext cx="493776" cy="493776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568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508760" y="1783080"/>
            <a:ext cx="4937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James Edsel Alvarez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0" y="1783080"/>
            <a:ext cx="4965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 &amp; system architecture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48640" y="2743200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04672" y="2916936"/>
            <a:ext cx="493776" cy="493776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91693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508760" y="2743200"/>
            <a:ext cx="4937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 Gabriel Obcena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0" y="2743200"/>
            <a:ext cx="4965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 &amp; matcher design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4672" y="3877056"/>
            <a:ext cx="493776" cy="493776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387705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508760" y="3703320"/>
            <a:ext cx="4937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Lorenzo Enrique Suerte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00800" y="3703320"/>
            <a:ext cx="4965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parsers (sshd / nginx / compose)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4663440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804672" y="4837176"/>
            <a:ext cx="493776" cy="493776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483717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508760" y="4663440"/>
            <a:ext cx="4937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Jarick Klein Viray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400800" y="4663440"/>
            <a:ext cx="4965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Reporters (console / JSON / HTML)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48640" y="5623560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04672" y="5797296"/>
            <a:ext cx="493776" cy="493776"/>
          </a:xfrm>
          <a:prstGeom prst="ellipse">
            <a:avLst/>
          </a:prstGeom>
          <a:solidFill>
            <a:srgbClr val="0F172A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579729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JF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508760" y="5623560"/>
            <a:ext cx="4937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Jeruel Fabricante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400800" y="5623560"/>
            <a:ext cx="496519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Testing, QA &amp; documentation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&amp; WHAT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298448" y="7132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Purpose and Features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4114800" cy="4297680"/>
          </a:xfrm>
          <a:prstGeom prst="roundRect">
            <a:avLst>
              <a:gd name="adj" fmla="val 200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65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Misconfiguration, not exotic exploits, is one of the most common causes of real breaches.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429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794760"/>
            <a:ext cx="35661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those mistakes in config files before deployment, safely and offline, with a tool small enough to fully explain.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892040" y="1737360"/>
            <a:ext cx="342900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148072" y="1993392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5404104" y="19202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engine, three formats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5148072" y="230428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sshd, nginx and compose share one linting core.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595360" y="1737360"/>
            <a:ext cx="342900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851392" y="1993392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9107424" y="192024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are data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8851392" y="230428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check lives in YAML; add one without touching code.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892040" y="3383280"/>
            <a:ext cx="342900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148072" y="3639312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0" name="Text 18"/>
          <p:cNvSpPr/>
          <p:nvPr/>
        </p:nvSpPr>
        <p:spPr>
          <a:xfrm>
            <a:off x="5404104" y="356616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ranking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148072" y="395020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Medium / Low / Info, with a fix for each finding.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595360" y="3383280"/>
            <a:ext cx="342900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851392" y="3639312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4" name="Text 22"/>
          <p:cNvSpPr/>
          <p:nvPr/>
        </p:nvSpPr>
        <p:spPr>
          <a:xfrm>
            <a:off x="9107424" y="356616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Absence is a finding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8851392" y="395020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hardening directive is flagged, not just bad values.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892040" y="5029200"/>
            <a:ext cx="342900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148072" y="5285232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28" name="Text 26"/>
          <p:cNvSpPr/>
          <p:nvPr/>
        </p:nvSpPr>
        <p:spPr>
          <a:xfrm>
            <a:off x="5404104" y="52120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detection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5148072" y="559612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hardcoded compose secrets by name, ignores ${ENV} refs.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595360" y="5029200"/>
            <a:ext cx="342900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851392" y="5285232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32" name="Text 30"/>
          <p:cNvSpPr/>
          <p:nvPr/>
        </p:nvSpPr>
        <p:spPr>
          <a:xfrm>
            <a:off x="9107424" y="5212080"/>
            <a:ext cx="2697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report formats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8851392" y="5596128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Console, JSON, and a self-contained HTML report.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298448" y="7132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3200" dirty="0"/>
          </a:p>
        </p:txBody>
      </p:sp>
      <p:pic>
        <p:nvPicPr>
          <p:cNvPr id="5" name="Image 0" descr="assets/architecture_sli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2331720"/>
            <a:ext cx="10058400" cy="369646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DESIGN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298448" y="7132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Environment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4663440" cy="4206240"/>
          </a:xfrm>
          <a:prstGeom prst="roundRect">
            <a:avLst>
              <a:gd name="adj" fmla="val 1957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057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live systems required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68680" y="260604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 only reads local text files.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never connects to, scans, or tests any running system, service, or network.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3840480"/>
            <a:ext cx="4114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means there is no attack target to set up and no risk of touching a real system. The whole 'tested only in a controlled environment' requirement is satisfied by design.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577840" y="182880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Bundled test fixtures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577840" y="2286000"/>
            <a:ext cx="603504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806440" y="239572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samples/sshd_config.bad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806440" y="2688336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insecure SSH config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577840" y="3182112"/>
            <a:ext cx="603504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806440" y="32918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samples/sshd_config.good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06440" y="35844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Hardened SSH config (no findings)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577840" y="4078224"/>
            <a:ext cx="603504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5806440" y="418795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samples/nginx.conf.bad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806440" y="448056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insecure nginx config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577840" y="4974336"/>
            <a:ext cx="6035040" cy="749808"/>
          </a:xfrm>
          <a:prstGeom prst="roundRect">
            <a:avLst>
              <a:gd name="adj" fmla="val 109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6440" y="508406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samples/docker-compose.bad.yml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6440" y="537667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insecure compose file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RUN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298448" y="7132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 Demonstration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4709160" cy="4297680"/>
          </a:xfrm>
          <a:prstGeom prst="roundRect">
            <a:avLst>
              <a:gd name="adj" fmla="val 1915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96596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these commands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sentry samples/nginx.conf.bad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sentry samples/*.bad \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--min-severity high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sentry samples/nginx.conf.bad \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--format html -o report.html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3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sentry --list-rules</a:t>
            </a:r>
            <a:endParaRPr lang="en-US" sz="1350" dirty="0"/>
          </a:p>
        </p:txBody>
      </p:sp>
      <p:pic>
        <p:nvPicPr>
          <p:cNvPr id="8" name="Image 0" descr="assets/screenshot_conso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1371600"/>
            <a:ext cx="5112041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HOOD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298448" y="7132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Review: Rules as Data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security check is a data record, not code. This is the whole rule for 'root login over SSH':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5486400" cy="3657600"/>
          </a:xfrm>
          <a:prstGeom prst="roundRect">
            <a:avLst>
              <a:gd name="adj" fmla="val 2250"/>
            </a:avLst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77240" y="23774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7E8F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sentry/rules/sshd.yaml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74320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id: SSH-001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title: Direct root login over SSH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severity: high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remediation: Set 'PermitRootLogin no'.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reference: CIS SSH 5.2.8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match: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selector: PermitRootLogin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assert: equals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value: "no"</a:t>
            </a:r>
            <a:endParaRPr lang="en-US" sz="1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on_missing: warn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72200" y="3703320"/>
            <a:ext cx="640080" cy="502920"/>
          </a:xfrm>
          <a:prstGeom prst="rightArrow">
            <a:avLst/>
          </a:prstGeom>
          <a:solidFill>
            <a:srgbClr val="0891B2"/>
          </a:solidFill>
          <a:ln/>
        </p:spPr>
      </p:sp>
      <p:sp>
        <p:nvSpPr>
          <p:cNvPr id="10" name="Shape 8"/>
          <p:cNvSpPr/>
          <p:nvPr/>
        </p:nvSpPr>
        <p:spPr>
          <a:xfrm>
            <a:off x="6995160" y="2194560"/>
            <a:ext cx="461772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223760" y="23774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this finding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223760" y="2788920"/>
            <a:ext cx="1005840" cy="365760"/>
          </a:xfrm>
          <a:prstGeom prst="roundRect">
            <a:avLst>
              <a:gd name="adj" fmla="val 12500"/>
            </a:avLst>
          </a:prstGeom>
          <a:solidFill>
            <a:srgbClr val="DC262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7889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SSH-001  Direct root login over SSH is permitted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223760" y="33832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341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line 3: found 'yes', expected 'no'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223760" y="370332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fix: Set 'PermitRootLogin no'.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223760" y="42976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that turns rules into findings is ~200 lines and has </a:t>
            </a:r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knowledge of SSH, nginx, or Docker</a:t>
            </a:r>
            <a:pPr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every team member can read and explain it.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FINDS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298448" y="7132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/ Sample Report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338328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96596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1965960" y="21031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issues found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965960" y="248716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the 3 sample files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91840"/>
            <a:ext cx="338328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5800" y="342900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1965960" y="35661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65960" y="395020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across 3 formats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3383280" cy="1325880"/>
          </a:xfrm>
          <a:prstGeom prst="roundRect">
            <a:avLst>
              <a:gd name="adj" fmla="val 620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" y="4892040"/>
            <a:ext cx="1280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891B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1965960" y="50292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965960" y="5413248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297680" y="17830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by severity</a:t>
            </a:r>
            <a:endParaRPr lang="en-US" sz="15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206240" y="2194560"/>
          <a:ext cx="7406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BEING HONEST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298448" y="7132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Future Improvements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4892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~29 rules; mature tools like Checkov have thousands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CVE / software-version vulnerability awareness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parsing is directive-level, not fully block-scoped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 detection is pattern-based; can miss odd names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 findings have no line numbers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5440680" cy="4251960"/>
          </a:xfrm>
          <a:prstGeom prst="roundRect">
            <a:avLst>
              <a:gd name="adj" fmla="val 1935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46520" y="201168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Improvements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92240" y="2468880"/>
            <a:ext cx="489204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formats: Dockerfile, Apache, PostgreSQL, Kubernetes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numbers for YAML findings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Context-aware nginx parsing (per-server scoping)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--fix mode that suggests hardened values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findings to CIS / OWASP ASVS compliance controls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User-supplied rule files via a --rules flag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640080" cy="457200"/>
          </a:xfrm>
          <a:prstGeom prst="roundRect">
            <a:avLst>
              <a:gd name="adj" fmla="val 16000"/>
            </a:avLst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132588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298448" y="713232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Learned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03911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F172A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17320" y="198424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beats size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417320" y="23500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small, well-structured tool that we can explain beats a big copied one.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37960" y="203911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F172A"/>
          </a:solidFill>
          <a:ln/>
        </p:spPr>
      </p:sp>
      <p:sp>
        <p:nvSpPr>
          <p:cNvPr id="12" name="Text 10"/>
          <p:cNvSpPr/>
          <p:nvPr/>
        </p:nvSpPr>
        <p:spPr>
          <a:xfrm>
            <a:off x="6537960" y="20391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78040" y="198424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data from logic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7178040" y="235000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Rules-as-data kept the engine tiny and made new checks trivial to add.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33756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77240" y="3593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F172A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17320" y="353872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as you build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417320" y="390448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unit tests caught real bugs, like a broken secret-detection assertion.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309360" y="333756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537960" y="359359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F172A"/>
          </a:solidFill>
          <a:ln/>
        </p:spPr>
      </p:sp>
      <p:sp>
        <p:nvSpPr>
          <p:cNvPr id="22" name="Text 20"/>
          <p:cNvSpPr/>
          <p:nvPr/>
        </p:nvSpPr>
        <p:spPr>
          <a:xfrm>
            <a:off x="6537960" y="35935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178040" y="353872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libraries, don't fork them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178040" y="390448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call pyyaml and rich as black boxes; the tool stays original.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89204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77240" y="51480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F172A"/>
          </a:solidFill>
          <a:ln/>
        </p:spPr>
      </p:sp>
      <p:sp>
        <p:nvSpPr>
          <p:cNvPr id="27" name="Text 25"/>
          <p:cNvSpPr/>
          <p:nvPr/>
        </p:nvSpPr>
        <p:spPr>
          <a:xfrm>
            <a:off x="777240" y="5148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417320" y="50932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analysis is safe analysis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1417320" y="54589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config text means zero risk to any live system.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309360" y="4892040"/>
            <a:ext cx="544068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537960" y="514807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F172A"/>
          </a:solidFill>
          <a:ln/>
        </p:spPr>
      </p:sp>
      <p:sp>
        <p:nvSpPr>
          <p:cNvPr id="32" name="Text 30"/>
          <p:cNvSpPr/>
          <p:nvPr/>
        </p:nvSpPr>
        <p:spPr>
          <a:xfrm>
            <a:off x="6537960" y="51480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7178040" y="50932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is credible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7178040" y="5458968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our limits and real incumbents is stronger than overclaiming.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3840480"/>
            <a:ext cx="4206240" cy="4206240"/>
          </a:xfrm>
          <a:prstGeom prst="roundRect">
            <a:avLst>
              <a:gd name="adj" fmla="val 8696"/>
            </a:avLst>
          </a:prstGeom>
          <a:solidFill>
            <a:srgbClr val="16233B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1097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7E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Use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580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tool was developed for educational purposes only.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713232" y="265176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only be used in authorized and controlled testing environments. Unauthorized testing against real systems, public websites, or third-party services is strictly prohibited.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13232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Sentry: static analysis only. It never connects to a live system.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85800" y="502920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13232" y="5852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Hood Security Department  ·  NSSECU2 (S04)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2026-08-09T10:54:07Z</dcterms:created>
  <dcterms:modified xsi:type="dcterms:W3CDTF">2026-08-09T10:54:07Z</dcterms:modified>
</cp:coreProperties>
</file>