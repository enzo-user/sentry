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sshd</c:v>
                  </c:pt>
                  <c:pt idx="1">
                    <c:v>nginx</c:v>
                  </c:pt>
                  <c:pt idx="2">
                    <c:v>compose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sshd</c:v>
                  </c:pt>
                  <c:pt idx="1">
                    <c:v>nginx</c:v>
                  </c:pt>
                  <c:pt idx="2">
                    <c:v>compose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sshd</c:v>
                  </c:pt>
                  <c:pt idx="1">
                    <c:v>nginx</c:v>
                  </c:pt>
                  <c:pt idx="2">
                    <c:v>compose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</c:v>
                </c:pt>
                <c:pt idx="1">
                  <c:v>4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Sentry: a static linter that reads three kinds of config files and reports insecure settings. Emphasise 'static' — it never touches a live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states what they personally built — this answers the 'explain what your group implemented' requirement. James is team lead.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purpose. Right: six features. Rules-as-data is our original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to right: a config file is parsed into normalized directives; the engine applies YAML rules; findings go to a reporter. The engine has no SSH/nginx/Docker knowledge — that lives in the rulesets.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test against intentionally-weak sample files shipped with the tool. The .good file proves clean configs correctly report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Live-demo these if possible; otherwise the screenshot shows the real output. Point out the severity colours, the exact line numbers, and the fix on each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'explain how the code works'. One YAML record on the left, the finding it produces on the right. The engine is generic; the knowledge is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headline numbers. Right: findings by severity per sample file. 28 issues total across the three weak configs.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real incumbents (Checkov) and our own gaps shows we understand the landscape.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content with what we learned — technical and process lessons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ethical statement (required) and thank the audience. Be ready for questions on how the code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097280"/>
            <a:ext cx="4754880" cy="4754880"/>
          </a:xfrm>
          <a:prstGeom prst="roundRect">
            <a:avLst>
              <a:gd name="adj" fmla="val 7692"/>
            </a:avLst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3108960"/>
            <a:ext cx="3840480" cy="3840480"/>
          </a:xfrm>
          <a:prstGeom prst="roundRect">
            <a:avLst>
              <a:gd name="adj" fmla="val 9524"/>
            </a:avLst>
          </a:prstGeom>
          <a:solidFill>
            <a:srgbClr val="1623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SENTRY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58368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67E8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3-in-1 Static Security Configuration Linter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3657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insecure settings in sshd, nginx, and docker-compose configs — before they ship.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44348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E3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sshd_config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44368" y="44348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E3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nginx.conf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30368" y="44348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1E3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Hood Security Department  ·  NSSECU2 (S04)  ·  Custom Ethical Hacking Tool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58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98448" y="7132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Members and Roles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2588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Hood Security Department   ·   NSSECU2 (S04)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956816"/>
            <a:ext cx="493776" cy="49377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568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1783080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Edsel Alvarez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1783080"/>
            <a:ext cx="4965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&amp; system architecture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2916936"/>
            <a:ext cx="493776" cy="49377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2916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2743200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Hans Gabriel Obcena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4965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&amp; matcher design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877056"/>
            <a:ext cx="493776" cy="49377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8770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3703320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Lorenzo Enrique Suerte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3703320"/>
            <a:ext cx="4965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parsers (sshd / nginx / compose)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4837176"/>
            <a:ext cx="493776" cy="49377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48371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08760" y="4663440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Jarick Klein Viray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0" y="4663440"/>
            <a:ext cx="4965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Reporters (console / JSON / HTML)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562356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" y="5797296"/>
            <a:ext cx="493776" cy="493776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57972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508760" y="5623560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Jeruel Fabricante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00800" y="5623560"/>
            <a:ext cx="49651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QA &amp; documentation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58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&amp; WHAT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98448" y="7132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and Features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114800" cy="429768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Misconfiguration — not exotic exploits — is one of the most common causes of real breaches.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those mistakes in config files before deployment, safely and offline, with a tool small enough to fully explain.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1737360"/>
            <a:ext cx="342900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48072" y="1993392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404104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three formats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148072" y="23042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sshd, nginx and compose share one linting core.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95360" y="1737360"/>
            <a:ext cx="342900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851392" y="1993392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9107424" y="1920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data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851392" y="230428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lives in YAML — add one without touching code.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92040" y="3383280"/>
            <a:ext cx="342900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48072" y="3639312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5404104" y="35661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ranking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148072" y="39502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 / Info, with a fix for each finding.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595360" y="3383280"/>
            <a:ext cx="342900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51392" y="3639312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9107424" y="35661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is a finding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851392" y="395020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hardening directive is flagged, not just bad values.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92040" y="5029200"/>
            <a:ext cx="342900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48072" y="5285232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5404104" y="52120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detection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148072" y="559612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hardcoded compose secrets by name, ignores ${ENV} refs.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595360" y="5029200"/>
            <a:ext cx="342900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851392" y="5285232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9107424" y="52120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report formats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851392" y="5596128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Console, JSON, and a self-contained HTML report.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58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98448" y="7132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pic>
        <p:nvPicPr>
          <p:cNvPr id="5" name="Image 0" descr="assets/architecture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31720"/>
            <a:ext cx="10058400" cy="36964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58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DESIGN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98448" y="7132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Environment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663440" cy="4206240"/>
          </a:xfrm>
          <a:prstGeom prst="roundRect">
            <a:avLst>
              <a:gd name="adj" fmla="val 1957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live systems required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only reads local text files.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connects to, scans, or tests any running system, service, or network.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means there is no attack target to set up and no risk of touching a real system — the whole 'tested only in a controlled environment' requirement is satisfied by design.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577840" y="18288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test fixtures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577840" y="2286000"/>
            <a:ext cx="60350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06440" y="23957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samples/sshd_config.bad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06440" y="26883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insecure SSH config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577840" y="3182112"/>
            <a:ext cx="60350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06440" y="32918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samples/sshd_config.good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06440" y="3584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SSH config (no findings)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577840" y="4078224"/>
            <a:ext cx="60350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06440" y="4187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samples/nginx.conf.bad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06440" y="44805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insecure nginx config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577840" y="4974336"/>
            <a:ext cx="60350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6440" y="508406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samples/docker-compose.bad.yml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6440" y="537667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insecure compose file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58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RUN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98448" y="7132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Demonstration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709160" cy="4297680"/>
          </a:xfrm>
          <a:prstGeom prst="roundRect">
            <a:avLst>
              <a:gd name="adj" fmla="val 191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commands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sentry samples/nginx.conf.bad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sentry samples/*.bad \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--min-severity high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sentry samples/nginx.conf.bad \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--format html -o report.html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sentry --list-rules</a:t>
            </a:r>
            <a:endParaRPr lang="en-US" sz="1350" dirty="0"/>
          </a:p>
        </p:txBody>
      </p:sp>
      <p:pic>
        <p:nvPicPr>
          <p:cNvPr id="8" name="Image 0" descr="assets/screenshot_cons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371600"/>
            <a:ext cx="5112041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58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98448" y="7132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Review: Rules as Data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check is a data record, not code. This is the whole rule for 'root login over SSH':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86400" cy="3657600"/>
          </a:xfrm>
          <a:prstGeom prst="roundRect">
            <a:avLst>
              <a:gd name="adj" fmla="val 225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sentry/rules/sshd.yaml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id: SSH-001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Direct root login over SSH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severity: high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remediation: Set 'PermitRootLogin no'.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reference: CIS SSH 5.2.8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match: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selector: PermitRootLogin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assert: equals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value: "no"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on_missing: warn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3703320"/>
            <a:ext cx="640080" cy="502920"/>
          </a:xfrm>
          <a:prstGeom prst="rightArrow">
            <a:avLst/>
          </a:prstGeom>
          <a:solidFill>
            <a:srgbClr val="0891B2"/>
          </a:solidFill>
          <a:ln/>
        </p:spPr>
      </p:sp>
      <p:sp>
        <p:nvSpPr>
          <p:cNvPr id="10" name="Shape 8"/>
          <p:cNvSpPr/>
          <p:nvPr/>
        </p:nvSpPr>
        <p:spPr>
          <a:xfrm>
            <a:off x="6995160" y="2194560"/>
            <a:ext cx="4617720" cy="365760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23760" y="2377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this finding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23760" y="2788920"/>
            <a:ext cx="1005840" cy="365760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SSH-001  Direct root login over SSH is permitted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223760" y="3383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3: found 'yes', expected 'no'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223760" y="3703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Set 'PermitRootLogin no'.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223760" y="429768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that turns rules into findings is ~200 lines and has </a:t>
            </a:r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knowledge of SSH, nginx, or Docker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 every team member can read and explain it.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58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FINDS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98448" y="7132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/ Sample Report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3832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96596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96596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65960" y="24871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3 sample files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33832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42900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196596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65960" y="39502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across 3 formats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338328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4892040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1965960" y="5029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65960" y="541324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by severity</a:t>
            </a:r>
            <a:endParaRPr lang="en-US" sz="15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206240" y="2194560"/>
          <a:ext cx="7406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58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HONEST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98448" y="7132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Improvements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 rules — mature tools like Checkov have thousands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CVE / software-version vulnerability awareness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parsing is directive-level, not fully block-scoped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detection is pattern-based; can miss odd names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findings have no line numbers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440680" cy="4251960"/>
          </a:xfrm>
          <a:prstGeom prst="roundRect">
            <a:avLst>
              <a:gd name="adj" fmla="val 1935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formats: Dockerfile, Apache, PostgreSQL, Kubernetes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numbers for YAML findings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nginx parsing (per-server scoping)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--fix mode that suggests hardened values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findings to CIS / OWASP ASVS compliance controls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User-supplied rule files via a --rules flag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2588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98448" y="7132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391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9842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beats size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417320" y="235000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well-structured tool that we can explain beats a big copied one.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0391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19842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data from logic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178040" y="235000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Rules-as-data kept the engine tiny and made new checks trivial to add.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593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5387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as you build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417320" y="390448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unit tests caught real bugs — like a broken secret-detection assertion.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333756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3593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35387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libraries, don't fork them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178040" y="390448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call pyyaml and rich as black boxes; the tool stays original.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1480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7320" y="50932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is safe analysis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417320" y="545896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config text means zero risk to any live system.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9360" y="489204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37960" y="51480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78040" y="509320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is credible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7178040" y="545896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our limits and real incumbents is stronger than overclaiming.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384048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16233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Use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tool was developed for educational purposes only.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13232" y="26517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only be used in authorized and controlled testing environments. Unauthorized testing against real systems, public websites, or third-party services is strictly prohibited.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13232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— static analysis only. It never connects to a live system.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5029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13232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Hood Security Department  ·  NSSECU2 (S04)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2026-08-09T10:54:07Z</dcterms:created>
  <dcterms:modified xsi:type="dcterms:W3CDTF">2026-08-09T10:54:07Z</dcterms:modified>
</cp:coreProperties>
</file>